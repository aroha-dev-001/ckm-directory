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live URL. Do not start with price. Start with Nature, then the map, then Bean to Cup.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Memorise this paragraph. Do not read the whole deck. This is the spoken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put your wordmark on this URL in 14 days, who signs? Then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55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52160" y="0"/>
            <a:ext cx="731520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CONFIDENTIAL  ·  DISTRICT COMPANION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Not another hotel list.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1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A companion for Chikkamagaluru.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Live product pitch for DTPC, coffee board, and destination partners.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chikkamagaluru-companion.vercel.app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CFBF8"/>
                </a:solidFill>
                <a:latin typeface="Inter"/>
                <a:ea typeface="Inter"/>
                <a:cs typeface="Inter"/>
              </a:rPr>
              <a:t>List ₹9.9L   ·   Close ₹8.5L   ·   Walk-away ₹7.5L   + GST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Forty minutes. Then a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6712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Blogs, OTAs, and a missing district 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16712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Live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Nature, map, popular, coffee, Chikku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659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216712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Why it is unique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Eleven capabilities agencies do not 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13308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Market prices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What Bangalore / tourism agencies actually charge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3192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413308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The offer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₹8.5L close, extras, AMC, second district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93192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413308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Close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Objections, handover, who signs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The district is famous. The web is not useful.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OTA clones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Book-now buttons, fake availability, 18% take rates. A department cannot stand behind this.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39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99231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Template tourism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Five sliders, 12 SEO pages, Instagram embed. No taluk, no permit, no season you can walk.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2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Pin salad maps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Google Map dumps mix Hassan, Kodagu, and this district. Visitors get lost on the ghat.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59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02351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ChatGPT boxes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Generic bots invent homestays and jeep fees. Legal and forest-department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Sell the companion. Not a marketplace.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This is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A district OS for visitors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English + Kannada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Sourced hours, official links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Coffee origin as brand film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Mascot that stays on this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This is not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A booking engine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A government gazette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A hotel / homestay list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A downloadable trip pack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A generic ChatGPT widget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9659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Why that wins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Dept and mathas can endorse it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No OTA scandal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Forest permits stay theirs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Coffee Board has a story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  ·  Credibility on the hairpin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THE 30-SECOND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Say this. Then open the URL.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Chikkamagaluru does not need another hotel list. It needs a companion a visitor can open on the hairpin: which taluk they are in, which peak or fall is actually in this district, when Hebbe is a jeep problem, that Kudremukh is a permit, and that coffee here is a story from seven Mocha seeds to filter coffee — not a café menu.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4361F"/>
                </a:solidFill>
                <a:latin typeface="Inter"/>
                <a:ea typeface="Inter"/>
                <a:cs typeface="Inter"/>
              </a:rPr>
              <a:t>That companion is already live. English and Kannada. Nine taluks. Nature, heritage, food. A cinematic Bean-to-Cup walk. A tiger, Chikku, who only answers this district.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6B5E"/>
                </a:solidFill>
                <a:latin typeface="Inter"/>
                <a:ea typeface="Inter"/>
                <a:cs typeface="Inter"/>
              </a:rPr>
              <a:t>We do not book rooms. That is how you stay credible with the district, the forest department, and the mathas.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LIVE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Not a mock.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Hard-refresh if they saw an older hero overlay.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Home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chikkamagaluru-companion.vercel.app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Hero stills, map, Explore, popular, Bean to cup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21284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Nature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/nature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Seasons you can walk, outdoor catalogue, forest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21284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Map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/map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Nine taluks, OSM, Kalasa &amp; Ajjampura current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2452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Bean to cup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/bean-to-cup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15-beat coffee walk, filter coffee close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023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422452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Places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/places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Full catalogue by kind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023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422452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Popular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/popular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30 recurring visitor stops + sourced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SNIPPET  · 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Editorial type on a still that moves every two seconds.</a:t>
            </a:r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874519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What to say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Five graded stills: Kudremukh, Mullayanagiri, Ayyanakere, Kemmanagundi sunset, Hebbe. Slow dissolve. No carnival overlay.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Cormorant display type. Chikkamagaluru stays on one line on a phone.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Reduced-motion visitors see the first still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SNIPPET  ·  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The page a monsoon visitor actually needs.</a:t>
            </a:r>
          </a:p>
        </p:txBody>
      </p:sp>
      <p:pic>
        <p:nvPicPr>
          <p:cNvPr id="6" name="Picture 5" descr="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874519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Show this first to forest / eco buyers.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Four seasons you can walk — not a weather widget.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Peaks, falls, lakes, notified forests grouped the way people search.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Kudremukh and Bhadra named as permit country. Nothing here is a live gate.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Field photographs + forest-care story in the same breath.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SNIPPET  · 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Nine current taluks. Not a pin dump.</a:t>
            </a:r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874519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OSM choropleth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Home: taluks only. Click through: that taluk’s places.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Kalasa and Ajjampura shown as current units, not 1990s Mudigere/Tarikere.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Orientation only — not a survey. ODbL credited.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SNIPPET  ·  POPULAR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Eight featured stops with why — not a dump.</a:t>
            </a:r>
          </a:p>
        </p:txBody>
      </p:sp>
      <p:pic>
        <p:nvPicPr>
          <p:cNvPr id="6" name="Picture 5" descr="pop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874519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Featured now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Deviramma Temple, Mallenahalli sits in the home carousel. Kalaseshwara stays on the full popular list.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Why people come + sourced hours (district, forest, matha).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Full popular page: ~30 in-district stops from Tripadvisor / district loops.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SNIPPET  ·  BEAN TO CUP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The closer for Coffee Board and estates.</a:t>
            </a:r>
          </a:p>
        </p:txBody>
      </p:sp>
      <p:pic>
        <p:nvPicPr>
          <p:cNvPr id="6" name="Picture 5" descr="b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6809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874519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15 beats, one still at a time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Baba Budan → Mocha → courtyard → shade → cherry → roast → filter coffee.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Not a shop. Lore labelled lore.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Reduced-motion: same stills as a longread.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UNIQUE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Eleven things a ₹2L agency site will not include.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801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01  Honest scope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No rooms, carts, or fake Book now. Official links stay the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801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02  Nine-taluk 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Current OSM units, places on the taluk page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91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801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03  Real catalogue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Peaks, falls, temples, lakes, wildlife, treks, coffee country.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944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04  Nature 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Seasons, outdoor groups, forest care, field photos.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834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944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05  Bean to Cup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Brand film + encyclopedia for the crop.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834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944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06  Ask Chikku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District-only Q&amp;A, 1–5 day sketches, iOS-safe, streams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4087367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07  EN + Kannada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Toggle on every shell.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77639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4087367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08  Sourced popular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Hours from district, forest, Sringeri, Horanadu.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977639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087367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09  Tourism numbers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Published visits, seasonal planner, taluk counts.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230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10  Motion + restraint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Carousel, DriftWall, accordion; freeze on reduced-motion.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120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4" y="5230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11  Licences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Commons / CC stills, named artists. Defensible in a legal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1206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52303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12  Phone first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Titles do not snap. Chikku survives the iOS keyboard.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MARKET  ·  INDIA 2025–26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What other agencies actually charge for tourism sites.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Blended quotes from typical Bangalore / Mysuru / national hospitality vendors. Not a tender scrape.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3931920"/>
                <a:gridCol w="23774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Tier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Typical vendor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What they ship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Fee (INR)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Freelance brochure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Fiverr, Justdial, 1–2 person shops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5–8 WP pages, slider, form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₹25k – ₹80k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Local digital agency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5–15 person Bengaluru shops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10–20 pages, enquiry, WhatsApp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₹1.5L – ₹4L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Tourism boutique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Hotel / destination specialists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Custom UI, photo pack, MMT iframe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₹4L – ₹8L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Premium studio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National creative + tech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Motion, CMS, multilingual campaign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₹10L – ₹25L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DTPC / govt tender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Empanelled IT vendors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Portal, bilingual, AMC, often ugly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₹8L – ₹40L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OTA / marketplace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Product companies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Inventory, payments, 10–18% take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₹15L+ plus rev share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AMC in this market is usually 15–25% of build. Booking widgets look cheap until legal and chargebacks arrive.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Boutique depth, studio craft, tender honesty — without the 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Rebuild from scratch at a mid-agency blended rate (₹10–15k/day, two people, 16–20 weeks) is ₹12–20 lakh. You are buying finished inventory, not a kickoff.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vs ₹80k brochure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They get a template. You get a taluk map, catalogue, coffee film, mascot that will not invent a homestay.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56032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7432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vs ₹3L agency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They get 15 pages and a form. You get 15+ surfaces, bilingual, sourced hours, Nature as a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5196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vs ₹12L studio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They start in month four. You are live on a phone in the ghats this week. Brand pass is 14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25196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443484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vs ₹20L tender portal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They ship CMS + ugliness. You ship editorial OS the department can actually show a minister.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SCOPE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Same meeting, three quotes.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91640"/>
          <a:ext cx="1143000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651760"/>
                <a:gridCol w="2926080"/>
                <a:gridCol w="2834640"/>
              </a:tblGrid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Capability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₹3L agency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₹10L studio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This companion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Bilingual EN + Kannada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Often English only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Paid extra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In every shell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Taluk map (current 9)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Google iframe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Custom if scoped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OSM choropleth, live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Place catalogue depth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12–20 SEO pages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CMS empty until content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District set, sourced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Sourced temple/forest hours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Rare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If content team hired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Yes, with links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Coffee origin film-walk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No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Campaign extra ₹3–6L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Bean to Cup 00–14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Grounded mascot Q&amp;A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Tawk.to / GPT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Custom bot extra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Chikku, district-only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No fake booking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Usually Book now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Depends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By design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Nature season logic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Gallery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Microsite extra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Own hub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Time to useful URL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8–14 weeks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16–24 weeks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14-day brand handover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81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Indicative fee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₹1.5–4L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₹10–25L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Close ₹8.5L + GST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COMMERCIALS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One number to close. Three numbers to remember.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2024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LIST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₹9.9 lakh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Open the meeting here. Turnkey district OS on their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4361F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92024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CLOSE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₹8.5 lakh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Target. Light brand, 90-day hypercare, this district.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2024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WALK-AWAY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₹7.5 lakh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As-live handover. Below this you are selling a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7830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92024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FLOOR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₹5.0 lakh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Do not. It trains the buyer to treat this as freelance hours.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Included in the close  ·  GST extra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Domain + Vercel production  ·  wordmark / colour pass in 14 days  ·  90-day hypercare  ·  featured-eight and Chikku line edits  ·  bilingual as shipped  ·  training (1 session).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AMC ₹1.8 lakh / year  ·  copy, photos, Chikku answers, stats, small UX. Typical market AMC on an ₹8.5L build would be ₹1.3–2.1L (15–25%).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EXTRAS  ·  SECOND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Do not bundle these into ₹8.5L.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663440"/>
                <a:gridCol w="29260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Extra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Buyer reason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Add (INR)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Live LLM Chikku, still grounded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Ask anything without leaving the district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₹1.5 – 2.5L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CMS for hours / closures / festivals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Dept updates without a developer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₹2.0 – 2.5L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Hero film + stills production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3–5s clips, licensed crew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₹1.5 – 4.0L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Second district (Kodagu, Hassan…)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Same OS, new map + catalogue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60–70% of first (~₹5–7L)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Hindi or Tulu layer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Statewide tourism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₹0.8 – 1.2L / language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WhatsApp / voice Chikku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Drivers and pilgrims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₹2.0 – 3.0L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Analytics + monthly PDF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What opened: Hebbe, Sringeri…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₹0.6L + ₹25k/mo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Bean-to-Cup studio (passworded)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They tweak the coffee walk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₹0.8L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A11y + performance report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Tender checkbox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₹0.4L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WHO THIS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One product, three buyers, three proofs.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129844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DTPC / district / Karnataka Tourism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Proof: Nature + map + sourced hours. Close ₹12–16L tender-shaped (GST, training, year-1 AMC).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A88C4A"/>
                </a:solidFill>
                <a:latin typeface="Inter"/>
                <a:ea typeface="Inter"/>
                <a:cs typeface="Inter"/>
              </a:rPr>
              <a:t>Do not lead with Bean to Cup.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11064240" cy="129844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19272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Coffee Board / estate association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Proof: Bean to Cup → filter coffee. Close ₹8.5L private.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A88C4A"/>
                </a:solidFill>
                <a:latin typeface="Inter"/>
                <a:ea typeface="Inter"/>
                <a:cs typeface="Inter"/>
              </a:rPr>
              <a:t>Do not offer booking.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17720"/>
            <a:ext cx="11064240" cy="129844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36592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Private DMO / responsible operator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Proof: Chikku 2-day sketch + popular hours. Close ₹8.5L.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A88C4A"/>
                </a:solidFill>
                <a:latin typeface="Inter"/>
                <a:ea typeface="Inter"/>
                <a:cs typeface="Inter"/>
              </a:rPr>
              <a:t>If they demand OTA, walk.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ROOM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40 minutes. URL on the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4767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1:30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Home hero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Not a booking site. A companion.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94767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2:00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Map → taluk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This is the district, not a pin salad.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4767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2:00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Nature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The page a monsoon visitor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7830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94767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2:00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Popular → Deviramma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Featured stops with why.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09651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3:00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Bean to Cup beat 14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Coffee-board buyer is done.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93192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409651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Chikku: Hebbe / 2 days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Show off-topic refusal.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3192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09651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3:00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Price slide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₹9.9 list / ₹8.5 close / ₹1.8 AMC.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93192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4096512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1:00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Ask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If we put your wordmark on this URL in 14 days, who signs?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OBJECTIONS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Answer once. Then wait.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669280" cy="138988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965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We can get a site for ₹80,000.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You can get a brochure. You cannot get a taluk map, a sourced catalogue, a coffee film, and a mascot that will not invent a homestay.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669280" cy="138988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965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Can it book rooms?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No. That is the point. A booking engine is a second product and a second legal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5669280" cy="138988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2841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Udupi Tourism looks free.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That is a department site. You are buying the editorial + product layer they still do not have.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00400"/>
            <a:ext cx="5669280" cy="138988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2841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We need changes.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Brand, domain, featured eight, Chikku lines: inside ₹8.5L. CMS, LLM, film, second district: rate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60"/>
            <a:ext cx="5669280" cy="138988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3717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Send a PDF.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The demo is the PDF. One-pager and 14-day checklist after you confirm the close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709160"/>
            <a:ext cx="5669280" cy="1389888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83717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Our nephew does websites.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Ask him to ship nine current taluks, Bean to Cup, and a bot that refuses Coorg. Then compare.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14-DAY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They own a live URL, not a Figma.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3911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Day 1–2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Access, domain, wordmark, colour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830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03911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Day 3–7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Header, featured eight, Chikku greeting, footer legal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203911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Day 8–10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Training: update flow, what not to add (bookings).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05079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Day 11–14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Go-live on their domain, 90-day hypercare clock starts.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79476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405079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Day 30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First stats + broken-link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79476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405079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Day 90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Handover review. Convert to AMC ₹1.8L.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Put your wordmark on this URL in 14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3931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CLOSE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₹8.5 lakh + GST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63931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₹1.8 lakh /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347472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363931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NEXT DISTRICT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~60% of year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Who signs?  ·  chikkamagaluru-companion.vercel.app  ·  Not for sale as rooms. For sale as a companion.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One-pager after they confirm the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Product  ·  Chikkamagaluru Companion (live)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Handover  ·  domain, Vercel, wordmark, 14-day brand pass, 90-day hypercare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Investment  ·  ₹8,50,000 + GST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Care  ·  ₹1,80,000 / year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Next district  ·  quoted separately, ~60% of year-one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Not included  ·  booking, live LLM, film production, CMS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Nature  ·  chikkamagaluru-companion.vercel.app/nature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Confidential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